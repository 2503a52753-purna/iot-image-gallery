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8869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CLOUD COMPUTING &amp; IOT ARCHITECTURE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IoT Image Gallery</a:t>
            </a:r>
          </a:p>
          <a:p>
            <a:pPr>
              <a:spcBef>
                <a:spcPts val="1400"/>
              </a:spcBef>
              <a:defRPr sz="1800">
                <a:solidFill>
                  <a:srgbClr val="00E676"/>
                </a:solidFill>
              </a:defRPr>
            </a:pPr>
            <a:r>
              <a:t>“Press a button to capture an event; an LED confirms upload; image auto thumbnail via Lambda”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A simple, beginner-friendly walkthrough explaining how physical IoT hardware connects with Cloud Storage and AWS Serverless Functions.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892040"/>
            <a:ext cx="2011680" cy="384048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6384"/>
                </a:solidFill>
              </a:defRPr>
            </a:pPr>
            <a:r>
              <a:t>📸 Hardware Button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892040"/>
            <a:ext cx="2011680" cy="384048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🟢 Green LED Indicator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892040"/>
            <a:ext cx="2011680" cy="384048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⚡ AWS Lambda Serverless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892040"/>
            <a:ext cx="2011680" cy="384048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🌐 Live Web Gallery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>
              <a:defRPr sz="1000" b="1">
                <a:solidFill>
                  <a:srgbClr val="00E5FF"/>
                </a:solidFill>
              </a:defRPr>
            </a:pPr>
            <a:r>
              <a:t>  ●  INTRODUCTION &amp;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the IoT Image Gallery?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💡 The Big Idea in Plain English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Think of a smart security doorbell or trail camera:</a:t>
            </a:r>
            <a:br/>
            <a:br/>
            <a:r>
              <a:t>1. When something happens, you press a button to capture the moment.</a:t>
            </a:r>
            <a:br/>
            <a:br/>
            <a:r>
              <a:t>2. The camera takes a picture and sends it straight to Cloud Storage.</a:t>
            </a:r>
            <a:br/>
            <a:br/>
            <a:r>
              <a:t>3. A bright GREEN LED light turns on right away on the device, confirming: 'Your photo reached the cloud safely!'</a:t>
            </a:r>
            <a:br/>
            <a:br/>
            <a:r>
              <a:t>4. Behind the scenes, the Cloud automatically creates a lightweight thumbnail version so it loads instantly in the gallery!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🎯 What Problem Does This Solve?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• Without an LED Light:</a:t>
            </a:r>
            <a:br/>
            <a:r>
              <a:t>  The user has no idea if the image uploaded or if the internet failed.</a:t>
            </a:r>
            <a:br/>
            <a:br/>
            <a:r>
              <a:t>• Without Cloud Thumbnails:</a:t>
            </a:r>
            <a:br/>
            <a:r>
              <a:t>  Loading 50 large high-resolution photos on a phone or dashboard wastes internet data and makes screens lag.</a:t>
            </a:r>
            <a:br/>
            <a:br/>
            <a:r>
              <a:t>• The Smart Solution:</a:t>
            </a:r>
            <a:br/>
            <a:r>
              <a:t>  Immediate physical feedback (Green LED) + Automatic Serverless resizing in the Cloud!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>
              <a:defRPr sz="1000" b="1">
                <a:solidFill>
                  <a:srgbClr val="00E676"/>
                </a:solidFill>
              </a:defRPr>
            </a:pPr>
            <a:r>
              <a:t>  ●  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3 Main Steps of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384"/>
                </a:solidFill>
              </a:defRPr>
            </a:pPr>
            <a:r>
              <a:t>STEP 1 📸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Press the Button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Push Button Trigger: User presses the tactile button (GPIO 14) or Spacebar.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Instant Capture: Camera sensor captures the current scene with shutter flash.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Flexible Sources: Works with animated IoT scenes, custom files, or live webcam.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Upload Begins: Device prepares payload and sends it to the cloud gateway.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676"/>
                </a:solidFill>
              </a:defRPr>
            </a:pPr>
            <a:r>
              <a:t>STEP 2 🟢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LED Confirms Upload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Cloud Ingestion: Image arrives safely into Amazon S3 Raw Bucket storage.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Gateway Ack: Cloud Gateway verifies the file and sends back confirmation.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Green LED Active: Hardware status LED lights up solid bright GREEN!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User Confidence: The user gets instant proof that their photo is saved in the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STEP 3 ⚡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Lambda Thumbnail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Event Triggered: New S3 upload automatically wakes up AWS Lambda.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High-Speed Resizing: Creates optimized thumbnail using Pillow in just ~30ms!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90%+ Data Saved: Reduces megabyte-sized raw photo to a lightweight ~40KB file.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Live Gallery: Thumbnail appears instantly in the web gallery without refresh.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>
              <a:defRPr sz="1000" b="1">
                <a:solidFill>
                  <a:srgbClr val="FF6384"/>
                </a:solidFill>
              </a:defRPr>
            </a:pPr>
            <a:r>
              <a:t>  ●  EDGE DEVICE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1: Pressing the Button to Capture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Does the Edge Camera Device Work?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In real hardware, this is an ESP32-CAM or Raspberry Pi with a physical push button (GPIO 14). In our software, we created a full hardware simulation and live camera bridge: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🔴 Tactile Push Button:  Clicking the big red button on the dashboard (or tapping Spacebar) immediately fires the camera shutter.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📷 Multiple Camera Feeds:  Test with 4 animated IoT scenes (Smart Doorbell, Smart Farm, Warehouse, Rover), connect a real laptop Webcam, or upload an image file.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🔊 Shutter Sound &amp; Flash:  Equipped with a realistic camera shutter flash animation and synthesized click sound so it feels like a real device.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📡 Sensor Telemetry:  Together with the photo, the device collects battery percentage (94%), temperature (27.4°C), and ambient light lux.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>
              <a:defRPr sz="1000" b="1">
                <a:solidFill>
                  <a:srgbClr val="00E676"/>
                </a:solidFill>
              </a:defRPr>
            </a:pPr>
            <a:r>
              <a:t>  ●  HARDWARE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2: An LED Confirms the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Do We Need an LED Confirmation?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In real IoT edge devices, there is no computer monitor. An LED indicator gives instant, crystal-clear status so anyone standing by knows what is happening: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1. STANDBY (Dim/Off):  The device is in low-power idle mode, waiting for a button press.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2. CAPTURING (Blinking Amber):  Button was pressed! The camera is actively exposing and capturing the frame.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3. UPLOADING (Pulsing Cyan):  The image is being uploaded to the Cloud Gateway over Wi-Fi / HTTP.</a:t>
            </a:r>
          </a:p>
          <a:p>
            <a:pPr>
              <a:spcBef>
                <a:spcPts val="800"/>
              </a:spcBef>
              <a:defRPr sz="1400" b="1">
                <a:solidFill>
                  <a:srgbClr val="00E676"/>
                </a:solidFill>
              </a:defRPr>
            </a:pPr>
            <a:r>
              <a:t>4. UPLOAD CONFIRMED (Solid Glowing GREEN):  Cloud received the image safely! Green LED lights up with a confirmation chime. You know the photo is secure!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5. ERROR (Red):  Alerts the user if the network connection was lost or upload failed.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>
              <a:defRPr sz="1000" b="1">
                <a:solidFill>
                  <a:srgbClr val="A855F7"/>
                </a:solidFill>
              </a:defRPr>
            </a:pPr>
            <a:r>
              <a:t>  ●  SERVERLESS CLOUD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3: Image Auto Thumbnail via AWS Lambda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⚡ What is AWS Lambda?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• True Serverless Computing:</a:t>
            </a:r>
            <a:br/>
            <a:r>
              <a:t>  No need to configure, rent, or manage a 24/7 virtual computer.</a:t>
            </a:r>
            <a:br/>
            <a:br/>
            <a:r>
              <a:t>• Automatic Event Trigger:</a:t>
            </a:r>
            <a:br/>
            <a:r>
              <a:t>  The Lambda function 'sleeps' until an image lands in the S3 Raw Bucket (`s3:ObjectCreated`).</a:t>
            </a:r>
            <a:br/>
            <a:br/>
            <a:r>
              <a:t>• Blazing Fast Execution:</a:t>
            </a:r>
            <a:br/>
            <a:r>
              <a:t>  Wakes up in milliseconds, resizes the image, writes the thumbnail, and exits in under 35ms!</a:t>
            </a:r>
            <a:br/>
            <a:br/>
            <a:r>
              <a:t>• Zero Idle Cost:</a:t>
            </a:r>
            <a:br/>
            <a:r>
              <a:t>  You only pay for the exact milliseconds 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🖼️ The Thumbnail Magic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• Pillow Image Processing:</a:t>
            </a:r>
            <a:br/>
            <a:r>
              <a:t>  Uses Python Pillow with high-quality Lanczos resampling to preserve aspect ratio and visual clarity.</a:t>
            </a:r>
            <a:br/>
            <a:br/>
            <a:r>
              <a:t>• 90% to 96% Data Reduction:</a:t>
            </a:r>
            <a:br/>
            <a:r>
              <a:t>  Shrinks large multi-megabyte photos down to lightweight 30-40 KB thumbnails!</a:t>
            </a:r>
            <a:br/>
            <a:br/>
            <a:r>
              <a:t>• Instant Gallery Loading:</a:t>
            </a:r>
            <a:br/>
            <a:r>
              <a:t>  Mobile apps and web pages load immediately without consuming excessive internet data or bandwidth.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>
              <a:defRPr sz="1000" b="1">
                <a:solidFill>
                  <a:srgbClr val="00E5FF"/>
                </a:solidFill>
              </a:defRPr>
            </a:pPr>
            <a:r>
              <a:t>  ●  STEP-BY-STEP DATA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Complete Cloud Architecture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48056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The End-to-End Journey of an Image: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1️⃣ User presses button   ➔   Camera captures the event frame and gathers sensor telemetry.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2️⃣ Cloud Gateway receives photo   ➔   Sends raw image into Amazon S3 Raw Bucket (`s3://raw-images`).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3️⃣ Upload Confirmed!   ➔   Cloud sends confirmation code -&gt; Hardware LED turns solid glowing GREEN!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4️⃣ S3 Event triggers Lambda   ➔   S3 automatically fires an `ObjectCreated` event notification to AWS Lambda.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5️⃣ Lambda creates Thumbnail   ➔   Generates high-efficiency thumbnail and saves it to `s3://thumbnails`.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6️⃣ Real-time Gallery Sync   ➔   Web gallery updates live over Server-Sent Events (SSE) without refreshing!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>
              <a:defRPr sz="1000" b="1">
                <a:solidFill>
                  <a:srgbClr val="00E676"/>
                </a:solidFill>
              </a:defRPr>
            </a:pPr>
            <a:r>
              <a:t>  ●  PERFORMANCE &amp; COST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Real-World Results &amp;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448056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⚡ 30 ms</a:t>
            </a:r>
          </a:p>
          <a:p>
            <a:pPr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Avg Lambda Speed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Thumbnails are ready almost instantaneously.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468880" cy="448056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676"/>
                </a:solidFill>
              </a:defRPr>
            </a:pPr>
            <a:r>
              <a:t>💾 91% - 96%</a:t>
            </a:r>
          </a:p>
          <a:p>
            <a:pPr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Storage &amp; Data Saved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Massive reduction in bandwidth and load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468880" cy="448056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</a:defRPr>
            </a:pPr>
            <a:r>
              <a:t>🟢 100%</a:t>
            </a:r>
          </a:p>
          <a:p>
            <a:pPr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Visual Confidence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Green LED guarantees proof of upload to the 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737360"/>
            <a:ext cx="2468880" cy="4480560"/>
          </a:xfrm>
          <a:prstGeom prst="roundRect">
            <a:avLst/>
          </a:prstGeom>
          <a:solidFill>
            <a:srgbClr val="131A2C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01168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B800"/>
                </a:solidFill>
              </a:defRPr>
            </a:pPr>
            <a:r>
              <a:t>💰 $0 Server Cost</a:t>
            </a:r>
          </a:p>
          <a:p>
            <a:pPr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True Serverless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Zero idle costs; you only pay when photos arrive.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CONCLUSION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Summary: IoT Image Gallery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✔ Seamless IoT to Cloud Connection:  Physical button capture feeds directly into cloud storage.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✔ Instant Human Feedback:  Green LED confirms upload success immediately without needing a screen.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✔ Serverless Efficiency:  AWS Lambda automatically processes images without managing servers.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✔ High Performance:  Achieves over 90% bandwidth savings and ultra-fast web gallery rendering.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